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Checkpoints (Base Models)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Core trained model defining style and capability.</a:t>
            </a:r>
          </a:p>
          <a:p/>
          <a:p>
            <a:r>
              <a:t>Why?</a:t>
            </a:r>
          </a:p>
          <a:p>
            <a:r>
              <a:t>Foundation of generation.</a:t>
            </a:r>
          </a:p>
          <a:p/>
          <a:p>
            <a:r>
              <a:t>Use cases:</a:t>
            </a:r>
          </a:p>
          <a:p>
            <a:r>
              <a:t>- Portraits</a:t>
            </a:r>
          </a:p>
          <a:p>
            <a:r>
              <a:t>- Anime</a:t>
            </a:r>
          </a:p>
          <a:p>
            <a:r>
              <a:t>- Architecture</a:t>
            </a:r>
          </a:p>
          <a:p>
            <a:r>
              <a:t>- Base for all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 (Text Encoder)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Text → embedding converter.</a:t>
            </a:r>
          </a:p>
          <a:p/>
          <a:p>
            <a:r>
              <a:t>Why?</a:t>
            </a:r>
          </a:p>
          <a:p>
            <a:r>
              <a:t>Understands prompts.</a:t>
            </a:r>
          </a:p>
          <a:p/>
          <a:p>
            <a:r>
              <a:t>Use cases:</a:t>
            </a:r>
          </a:p>
          <a:p>
            <a:r>
              <a:t>- Prompt engineering</a:t>
            </a:r>
          </a:p>
          <a:p>
            <a:r>
              <a:t>- Negative prompts</a:t>
            </a:r>
          </a:p>
          <a:p>
            <a:r>
              <a:t>- Style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CLIP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Image → embedding encoder.</a:t>
            </a:r>
          </a:p>
          <a:p/>
          <a:p>
            <a:r>
              <a:t>Why?</a:t>
            </a:r>
          </a:p>
          <a:p>
            <a:r>
              <a:t>Image guidance.</a:t>
            </a:r>
          </a:p>
          <a:p/>
          <a:p>
            <a:r>
              <a:t>Use cases:</a:t>
            </a:r>
          </a:p>
          <a:p>
            <a:r>
              <a:t>- Style transfer</a:t>
            </a:r>
          </a:p>
          <a:p>
            <a:r>
              <a:t>- Face similarity</a:t>
            </a:r>
          </a:p>
          <a:p>
            <a:r>
              <a:t>- Reference-based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Diffusion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Noise → image generation process.</a:t>
            </a:r>
          </a:p>
          <a:p/>
          <a:p>
            <a:r>
              <a:t>Why?</a:t>
            </a:r>
          </a:p>
          <a:p>
            <a:r>
              <a:t>Core generation engine.</a:t>
            </a:r>
          </a:p>
          <a:p/>
          <a:p>
            <a:r>
              <a:t>Use cases:</a:t>
            </a:r>
          </a:p>
          <a:p>
            <a:r>
              <a:t>- Text-to-image</a:t>
            </a:r>
          </a:p>
          <a:p>
            <a:r>
              <a:t>- Inpainting</a:t>
            </a:r>
          </a:p>
          <a:p>
            <a:r>
              <a:t>- Video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Framework for diffusion pipelines.</a:t>
            </a:r>
          </a:p>
          <a:p/>
          <a:p>
            <a:r>
              <a:t>Why?</a:t>
            </a:r>
          </a:p>
          <a:p>
            <a:r>
              <a:t>Modular &amp; flexible.</a:t>
            </a:r>
          </a:p>
          <a:p/>
          <a:p>
            <a:r>
              <a:t>Use cases:</a:t>
            </a:r>
          </a:p>
          <a:p>
            <a:r>
              <a:t>- Custom pipelines</a:t>
            </a:r>
          </a:p>
          <a:p>
            <a:r>
              <a:t>- Research</a:t>
            </a:r>
          </a:p>
          <a:p>
            <a:r>
              <a:t>-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Adds structural control.</a:t>
            </a:r>
          </a:p>
          <a:p/>
          <a:p>
            <a:r>
              <a:t>Why?</a:t>
            </a:r>
          </a:p>
          <a:p>
            <a:r>
              <a:t>Removes randomness.</a:t>
            </a:r>
          </a:p>
          <a:p/>
          <a:p>
            <a:r>
              <a:t>Use cases:</a:t>
            </a:r>
          </a:p>
          <a:p>
            <a:r>
              <a:t>- Pose control</a:t>
            </a:r>
          </a:p>
          <a:p>
            <a:r>
              <a:t>- Edges</a:t>
            </a:r>
          </a:p>
          <a:p>
            <a:r>
              <a:t>- Depth</a:t>
            </a:r>
          </a:p>
          <a:p>
            <a:r>
              <a:t>- Sketch to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Lightweight fine-tuning.</a:t>
            </a:r>
          </a:p>
          <a:p/>
          <a:p>
            <a:r>
              <a:t>Why?</a:t>
            </a:r>
          </a:p>
          <a:p>
            <a:r>
              <a:t>Customize models.</a:t>
            </a:r>
          </a:p>
          <a:p/>
          <a:p>
            <a:r>
              <a:t>Use cases:</a:t>
            </a:r>
          </a:p>
          <a:p>
            <a:r>
              <a:t>- Character consistency</a:t>
            </a:r>
          </a:p>
          <a:p>
            <a:r>
              <a:t>- Style transfer</a:t>
            </a:r>
          </a:p>
          <a:p>
            <a:r>
              <a:t>- Personalization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Latent encoder/decoder.</a:t>
            </a:r>
          </a:p>
          <a:p/>
          <a:p>
            <a:r>
              <a:t>Why?</a:t>
            </a:r>
          </a:p>
          <a:p>
            <a:r>
              <a:t>Efficiency &amp; quality.</a:t>
            </a:r>
          </a:p>
          <a:p/>
          <a:p>
            <a:r>
              <a:t>Use cases:</a:t>
            </a:r>
          </a:p>
          <a:p>
            <a:r>
              <a:t>- Sharper images</a:t>
            </a:r>
          </a:p>
          <a:p>
            <a:r>
              <a:t>- Color correction</a:t>
            </a:r>
          </a:p>
          <a:p>
            <a:r>
              <a:t>- Latent editing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Combination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</a:t>
            </a:r>
          </a:p>
          <a:p>
            <a:r>
              <a:t>Prompt → CLIP → Model</a:t>
            </a:r>
          </a:p>
          <a:p>
            <a:r>
              <a:t>+ ControlNet / LoRA</a:t>
            </a:r>
          </a:p>
          <a:p>
            <a:r>
              <a:t>→ VAE → Output</a:t>
            </a:r>
          </a:p>
          <a:p/>
          <a:p>
            <a:r>
              <a:t>Use cases:</a:t>
            </a:r>
          </a:p>
          <a:p>
            <a:r>
              <a:t>- Inpainting</a:t>
            </a:r>
          </a:p>
          <a:p>
            <a:r>
              <a:t>- Pose-guided generation</a:t>
            </a:r>
          </a:p>
          <a:p>
            <a:r>
              <a:t>- Style transfer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generation is modular.</a:t>
            </a:r>
          </a:p>
          <a:p/>
          <a:p>
            <a:r>
              <a:t>Control = Text + Image + Structure +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